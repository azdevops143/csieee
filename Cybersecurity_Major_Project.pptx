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CSL6010-Cybersecurity Major Project:</a:t>
            </a:r>
          </a:p>
          <a:p>
            <a:r>
              <a:t>Eyes on Your Typing &amp; CASOM Defense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Analysis of SNOOPFINGER Attack and Proposed Middleware</a:t>
            </a:r>
          </a:p>
          <a:p>
            <a:r>
              <a:t>By: Group of 7 Members</a:t>
            </a:r>
          </a:p>
          <a:p>
            <a:r>
              <a:t>Repository: https://github.com/AzDevops143/CSIEEE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Introduction: SNOOPFINGER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SNOOPFINGER?</a:t>
            </a:r>
          </a:p>
          <a:p>
            <a:pPr lvl="1"/>
            <a:r>
              <a:t>A novel cross-modality side-channel attack in AR/VR systems.</a:t>
            </a:r>
          </a:p>
          <a:p>
            <a:pPr lvl="1"/>
            <a:r>
              <a:t>Exploits head movement data (which requires zero permissions) to infer hand-based typing on virtual keyboards.</a:t>
            </a:r>
          </a:p>
          <a:p>
            <a:pPr lvl="1"/>
            <a:r>
              <a:t>Adversaries can deduce typed words by translating 3D head orientation into 2D gaze points.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the Attack: Mathematical Background</a:t>
            </a:r>
          </a:p>
        </p:txBody>
      </p:sp>
      <p:pic>
        <p:nvPicPr>
          <p:cNvPr id="3" name="Picture 2" descr="eq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2743200" cy="806335"/>
          </a:xfrm>
          <a:prstGeom prst="rect">
            <a:avLst/>
          </a:prstGeom>
        </p:spPr>
      </p:pic>
      <p:pic>
        <p:nvPicPr>
          <p:cNvPr id="4" name="Picture 3" descr="eq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200400"/>
            <a:ext cx="2743200" cy="806335"/>
          </a:xfrm>
          <a:prstGeom prst="rect">
            <a:avLst/>
          </a:prstGeom>
        </p:spPr>
      </p:pic>
      <p:pic>
        <p:nvPicPr>
          <p:cNvPr id="5" name="Picture 4" descr="eq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72000"/>
            <a:ext cx="2743200" cy="8063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0" y="182880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Conversion from Quaternions to Euler Angles</a:t>
            </a:r>
          </a:p>
          <a:p>
            <a:pPr lvl="1"/>
            <a:r>
              <a:t>The attack relies on converting the headset's quaternion orientation (w, x, y, z) into Euler angles (Roll, Pitch, Yaw) to estimate gaze direction.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3D Gaze Direction to 2D Points</a:t>
            </a:r>
          </a:p>
        </p:txBody>
      </p:sp>
      <p:pic>
        <p:nvPicPr>
          <p:cNvPr id="3" name="Picture 2" descr="eq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2743200" cy="806335"/>
          </a:xfrm>
          <a:prstGeom prst="rect">
            <a:avLst/>
          </a:prstGeom>
        </p:spPr>
      </p:pic>
      <p:pic>
        <p:nvPicPr>
          <p:cNvPr id="4" name="Picture 3" descr="eq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200400"/>
            <a:ext cx="2743200" cy="806335"/>
          </a:xfrm>
          <a:prstGeom prst="rect">
            <a:avLst/>
          </a:prstGeom>
        </p:spPr>
      </p:pic>
      <p:pic>
        <p:nvPicPr>
          <p:cNvPr id="5" name="Picture 4" descr="eq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72000"/>
            <a:ext cx="2743200" cy="8063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0" y="182880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Equirectangular Projection</a:t>
            </a:r>
          </a:p>
          <a:p>
            <a:pPr lvl="1"/>
            <a:r>
              <a:t>3D gaze directions are mapped onto a 2D plane (the virtual keyboard) to estimate which keys the user is looking at while typing.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Identified Gaps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Limitations of the SNOOPFINGER Attack:</a:t>
            </a:r>
          </a:p>
          <a:p>
            <a:pPr lvl="1"/>
            <a:r>
              <a:t>Relies heavily on high-fidelity, high-frequency (72 Hz) sensor data.</a:t>
            </a:r>
          </a:p>
          <a:p>
            <a:pPr lvl="1"/>
            <a:r>
              <a:t>Requires the user to move their head rather than just their eyes.</a:t>
            </a:r>
          </a:p>
          <a:p>
            <a:pPr lvl="1"/>
            <a:r>
              <a:t>Gaps in Mitigation:</a:t>
            </a:r>
          </a:p>
          <a:p>
            <a:pPr lvl="2"/>
            <a:r>
              <a:t>The paper proposes theoretical countermeasures (e.g., Adaptive Sensor Data Obfuscation) but provides no practical implementation or architectural blueprint.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CASOM Middleware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Context-Aware Sensor Obfuscation Middleware (CASOM)</a:t>
            </a:r>
          </a:p>
          <a:p>
            <a:pPr lvl="1"/>
            <a:r>
              <a:t>Architecture:</a:t>
            </a:r>
          </a:p>
          <a:p>
            <a:pPr lvl="2"/>
            <a:r>
              <a:t>Sits between the AR/VR OS Sensor Manager and Background Apps.</a:t>
            </a:r>
          </a:p>
          <a:p>
            <a:pPr lvl="2"/>
            <a:r>
              <a:t>Monitors sensor data to detect when a user is typing (using movement thresholding).</a:t>
            </a:r>
          </a:p>
          <a:p>
            <a:pPr lvl="1"/>
            <a:r>
              <a:t>Operation:</a:t>
            </a:r>
          </a:p>
          <a:p>
            <a:pPr lvl="2"/>
            <a:r>
              <a:t>If typing is NOT detected, passes raw data.</a:t>
            </a:r>
          </a:p>
          <a:p>
            <a:pPr lvl="2"/>
            <a:r>
              <a:t>If typing IS detected, injects Laplacian Noise into the data sent to background applications.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built a complete Python Simulation:</a:t>
            </a:r>
          </a:p>
          <a:p>
            <a:pPr lvl="1"/>
            <a:r>
              <a:t>generator.py: Simulates human gaze points targeting specific keys with natural micro-variances.</a:t>
            </a:r>
          </a:p>
          <a:p>
            <a:pPr lvl="1"/>
            <a:r>
              <a:t>attacker.py: Simulates SNOOPFINGER by clustering temporal gaze points to infer the typed word.</a:t>
            </a:r>
          </a:p>
          <a:p>
            <a:pPr lvl="1"/>
            <a:r>
              <a:t>defender.py: The CASOM Middleware that intercepts data and applies dynamic Laplacian noise (scale = 1.5).</a:t>
            </a:r>
          </a:p>
          <a:p>
            <a:pPr lvl="1"/>
            <a:r>
              <a:t>main.py: Orchestrates the attack both WITH and WITHOUT the defense, providing visualizations.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Validation</a:t>
            </a:r>
          </a:p>
        </p:txBody>
      </p:sp>
      <p:pic>
        <p:nvPicPr>
          <p:cNvPr id="3" name="Picture 2" descr="simulation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35269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</a:t>
            </a:r>
          </a:p>
          <a:p>
            <a:pPr lvl="1"/>
            <a:r>
              <a:t>SNOOPFINGER exploits zero-permission sensors, posing a major risk.</a:t>
            </a:r>
          </a:p>
          <a:p>
            <a:pPr lvl="1"/>
            <a:r>
              <a:t>Our CASOM implementation successfully defends against the attack by dynamically degrading data utility for background apps.</a:t>
            </a:r>
          </a:p>
          <a:p>
            <a:pPr lvl="1"/>
            <a:r>
              <a:t>As proven in our simulation, the attacker infers the exact word when unprotected, but infers useless gibberish when CASOM is active.</a:t>
            </a:r>
          </a:p>
          <a:p>
            <a:pPr lvl="1"/>
            <a:r>
              <a:t>Project Repository: https://github.com/AzDevops143/CSIEEE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